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23" d="100"/>
          <a:sy n="223" d="100"/>
        </p:scale>
        <p:origin x="96" y="12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3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726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32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51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22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73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84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4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879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54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3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Click to edit Master text styles</a:t>
            </a:r>
          </a:p>
          <a:p>
            <a:pPr lvl="1"/>
            <a:r>
              <a:rPr lang="pt-PT" smtClean="0"/>
              <a:t>Second level</a:t>
            </a:r>
          </a:p>
          <a:p>
            <a:pPr lvl="2"/>
            <a:r>
              <a:rPr lang="pt-PT" smtClean="0"/>
              <a:t>Third level</a:t>
            </a:r>
          </a:p>
          <a:p>
            <a:pPr lvl="3"/>
            <a:r>
              <a:rPr lang="pt-PT" smtClean="0"/>
              <a:t>Fourth level</a:t>
            </a:r>
          </a:p>
          <a:p>
            <a:pPr lvl="4"/>
            <a:r>
              <a:rPr lang="pt-PT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B85F6-23F4-474C-9CE0-88D95C336D6F}" type="datetimeFigureOut">
              <a:rPr lang="en-US" smtClean="0"/>
              <a:t>06/05/14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031CB-5F2B-8741-82CE-AAD0889DB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60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900373" y="950420"/>
            <a:ext cx="3431699" cy="3738730"/>
            <a:chOff x="2900373" y="950420"/>
            <a:chExt cx="3431699" cy="3738730"/>
          </a:xfrm>
        </p:grpSpPr>
        <p:sp>
          <p:nvSpPr>
            <p:cNvPr id="29" name="TextBox 28"/>
            <p:cNvSpPr txBox="1"/>
            <p:nvPr/>
          </p:nvSpPr>
          <p:spPr>
            <a:xfrm>
              <a:off x="4592318" y="950420"/>
              <a:ext cx="4071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 smtClean="0">
                  <a:latin typeface="Symbol" charset="2"/>
                  <a:cs typeface="Symbol" charset="2"/>
                </a:rPr>
                <a:t>e</a:t>
              </a:r>
              <a:endParaRPr lang="en-US" sz="2800" b="1" dirty="0">
                <a:latin typeface="Symbol" charset="2"/>
                <a:cs typeface="Symbol" charset="2"/>
              </a:endParaRPr>
            </a:p>
          </p:txBody>
        </p:sp>
        <p:sp>
          <p:nvSpPr>
            <p:cNvPr id="4" name="Oval 3"/>
            <p:cNvSpPr/>
            <p:nvPr/>
          </p:nvSpPr>
          <p:spPr>
            <a:xfrm>
              <a:off x="4246034" y="1473640"/>
              <a:ext cx="930720" cy="930720"/>
            </a:xfrm>
            <a:prstGeom prst="ellipse">
              <a:avLst/>
            </a:prstGeom>
            <a:pattFill prst="solidDmnd">
              <a:fgClr>
                <a:srgbClr val="0000FF"/>
              </a:fgClr>
              <a:bgClr>
                <a:srgbClr val="FF0000"/>
              </a:bgClr>
            </a:pattFill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5738933" y="1958390"/>
              <a:ext cx="33666" cy="23171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5530246" y="1958390"/>
              <a:ext cx="41684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5564175" y="4285190"/>
              <a:ext cx="41684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4246034" y="4246410"/>
              <a:ext cx="950026" cy="0"/>
            </a:xfrm>
            <a:prstGeom prst="straightConnector1">
              <a:avLst/>
            </a:prstGeom>
            <a:ln w="88900">
              <a:solidFill>
                <a:srgbClr val="008000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V="1">
              <a:off x="3373562" y="3703490"/>
              <a:ext cx="0" cy="540000"/>
            </a:xfrm>
            <a:prstGeom prst="straightConnector1">
              <a:avLst/>
            </a:prstGeom>
            <a:ln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3363868" y="4250465"/>
              <a:ext cx="540000" cy="0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5958753" y="2764922"/>
              <a:ext cx="3733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/>
                <a:t>d</a:t>
              </a:r>
              <a:endParaRPr lang="en-US" sz="24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439918" y="4165930"/>
              <a:ext cx="4071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Symbol" charset="2"/>
                  <a:cs typeface="Symbol" charset="2"/>
                </a:rPr>
                <a:t>m</a:t>
              </a: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 flipV="1">
              <a:off x="3373562" y="1688390"/>
              <a:ext cx="0" cy="540000"/>
            </a:xfrm>
            <a:prstGeom prst="straightConnector1">
              <a:avLst/>
            </a:prstGeom>
            <a:ln w="50800">
              <a:solidFill>
                <a:srgbClr val="0000F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2900373" y="1821510"/>
              <a:ext cx="3859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B</a:t>
              </a:r>
              <a:endParaRPr lang="en-US" sz="2400" b="1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699239" y="3873672"/>
              <a:ext cx="295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x</a:t>
              </a:r>
              <a:endParaRPr lang="en-US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052614" y="3998490"/>
              <a:ext cx="3007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y</a:t>
              </a:r>
              <a:endParaRPr lang="en-US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068119" y="3510515"/>
              <a:ext cx="295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z</a:t>
              </a: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 rot="2698816" flipV="1">
              <a:off x="3380553" y="4175314"/>
              <a:ext cx="530" cy="134413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2698816">
              <a:off x="3311443" y="4244770"/>
              <a:ext cx="135626" cy="0"/>
            </a:xfrm>
            <a:prstGeom prst="line">
              <a:avLst/>
            </a:prstGeom>
            <a:ln w="28575" cmpd="sng">
              <a:solidFill>
                <a:srgbClr val="FF0000"/>
              </a:solidFill>
            </a:ln>
            <a:effectLst>
              <a:innerShdw blurRad="63500" dist="50800" dir="13500000">
                <a:srgbClr val="000000">
                  <a:alpha val="50000"/>
                </a:srgbClr>
              </a:inn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539598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7</Words>
  <Application>Microsoft Macintosh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Nuno  de Sousa</dc:creator>
  <cp:lastModifiedBy>Nuno  de Sousa</cp:lastModifiedBy>
  <cp:revision>8</cp:revision>
  <dcterms:created xsi:type="dcterms:W3CDTF">2014-05-05T17:42:02Z</dcterms:created>
  <dcterms:modified xsi:type="dcterms:W3CDTF">2014-05-06T09:58:35Z</dcterms:modified>
</cp:coreProperties>
</file>