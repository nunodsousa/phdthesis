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2" d="100"/>
          <a:sy n="152" d="100"/>
        </p:scale>
        <p:origin x="-2008" y="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3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2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2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5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2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7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8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4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7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5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3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6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900373" y="248535"/>
            <a:ext cx="3467314" cy="6116394"/>
            <a:chOff x="2900373" y="248535"/>
            <a:chExt cx="3467314" cy="6116394"/>
          </a:xfrm>
        </p:grpSpPr>
        <p:sp>
          <p:nvSpPr>
            <p:cNvPr id="29" name="TextBox 28"/>
            <p:cNvSpPr txBox="1"/>
            <p:nvPr/>
          </p:nvSpPr>
          <p:spPr>
            <a:xfrm>
              <a:off x="4592318" y="248535"/>
              <a:ext cx="40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latin typeface="Symbol" charset="2"/>
                  <a:cs typeface="Symbol" charset="2"/>
                </a:rPr>
                <a:t>e</a:t>
              </a:r>
              <a:endParaRPr lang="en-US" sz="2800" b="1" dirty="0">
                <a:latin typeface="Symbol" charset="2"/>
                <a:cs typeface="Symbol" charset="2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4246034" y="771755"/>
              <a:ext cx="930720" cy="930720"/>
            </a:xfrm>
            <a:prstGeom prst="ellipse">
              <a:avLst/>
            </a:prstGeom>
            <a:pattFill prst="solidDmnd">
              <a:fgClr>
                <a:srgbClr val="0000FF"/>
              </a:fgClr>
              <a:bgClr>
                <a:srgbClr val="FF0000"/>
              </a:bgClr>
            </a:patt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246034" y="3544525"/>
              <a:ext cx="950026" cy="0"/>
            </a:xfrm>
            <a:prstGeom prst="straightConnector1">
              <a:avLst/>
            </a:prstGeom>
            <a:ln w="88900">
              <a:solidFill>
                <a:srgbClr val="008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3373562" y="3001605"/>
              <a:ext cx="0" cy="54000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3363868" y="3548580"/>
              <a:ext cx="540000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5530246" y="1256505"/>
              <a:ext cx="801826" cy="2326800"/>
              <a:chOff x="5530246" y="1256505"/>
              <a:chExt cx="801826" cy="23268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5738933" y="1256505"/>
                <a:ext cx="33666" cy="23171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530246" y="1256505"/>
                <a:ext cx="4168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564175" y="3583305"/>
                <a:ext cx="4168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5958753" y="2063037"/>
                <a:ext cx="3733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/>
                  <a:t>d</a:t>
                </a:r>
                <a:endParaRPr lang="en-US" sz="2400" dirty="0"/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4439918" y="3464045"/>
              <a:ext cx="40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Symbol" charset="2"/>
                  <a:cs typeface="Symbol" charset="2"/>
                </a:rPr>
                <a:t>m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3373562" y="986505"/>
              <a:ext cx="0" cy="54000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900373" y="1119625"/>
              <a:ext cx="385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B</a:t>
              </a:r>
              <a:endParaRPr lang="en-US" sz="24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699239" y="3171787"/>
              <a:ext cx="295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x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52614" y="3296605"/>
              <a:ext cx="3007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068119" y="2808630"/>
              <a:ext cx="295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z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 rot="2698816" flipV="1">
              <a:off x="3380553" y="3473429"/>
              <a:ext cx="530" cy="134413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2698816">
              <a:off x="3311443" y="3542885"/>
              <a:ext cx="135626" cy="0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4249758" y="4912216"/>
              <a:ext cx="930720" cy="1452713"/>
              <a:chOff x="3319038" y="4569629"/>
              <a:chExt cx="930720" cy="1452713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3661598" y="4569629"/>
                <a:ext cx="4071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latin typeface="Symbol" charset="2"/>
                    <a:cs typeface="Symbol" charset="2"/>
                  </a:rPr>
                  <a:t>e</a:t>
                </a:r>
                <a:endParaRPr lang="en-US" sz="2800" b="1" dirty="0">
                  <a:latin typeface="Symbol" charset="2"/>
                  <a:cs typeface="Symbol" charset="2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319038" y="5091622"/>
                <a:ext cx="930720" cy="930720"/>
              </a:xfrm>
              <a:prstGeom prst="ellipse">
                <a:avLst/>
              </a:prstGeom>
              <a:pattFill prst="solidDmnd">
                <a:fgClr>
                  <a:srgbClr val="0000FF"/>
                </a:fgClr>
                <a:bgClr>
                  <a:srgbClr val="FF0000"/>
                </a:bgClr>
              </a:pattFill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5565861" y="3582464"/>
              <a:ext cx="801826" cy="2326800"/>
              <a:chOff x="5530246" y="1256505"/>
              <a:chExt cx="801826" cy="23268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5738933" y="1256505"/>
                <a:ext cx="33666" cy="23171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530246" y="1256505"/>
                <a:ext cx="4168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5564175" y="3583305"/>
                <a:ext cx="4168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5958753" y="2063037"/>
                <a:ext cx="3733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/>
                  <a:t>d</a:t>
                </a:r>
                <a:endParaRPr 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3959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Nuno  de Sousa</dc:creator>
  <cp:lastModifiedBy>Nuno  de Sousa</cp:lastModifiedBy>
  <cp:revision>10</cp:revision>
  <dcterms:created xsi:type="dcterms:W3CDTF">2014-05-05T17:42:02Z</dcterms:created>
  <dcterms:modified xsi:type="dcterms:W3CDTF">2014-05-06T10:02:59Z</dcterms:modified>
</cp:coreProperties>
</file>