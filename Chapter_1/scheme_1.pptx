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-19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Relationship Id="rId2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val>
            <c:numRef>
              <c:f>Sheet1!$B$1:$B$630</c:f>
              <c:numCache>
                <c:formatCode>General</c:formatCode>
                <c:ptCount val="630"/>
                <c:pt idx="0">
                  <c:v>0.0</c:v>
                </c:pt>
                <c:pt idx="1">
                  <c:v>0.00999983333416666</c:v>
                </c:pt>
                <c:pt idx="2">
                  <c:v>0.0199986666933331</c:v>
                </c:pt>
                <c:pt idx="3">
                  <c:v>0.0299955002024957</c:v>
                </c:pt>
                <c:pt idx="4">
                  <c:v>0.0399893341866342</c:v>
                </c:pt>
                <c:pt idx="5">
                  <c:v>0.0499791692706783</c:v>
                </c:pt>
                <c:pt idx="6">
                  <c:v>0.0599640064794446</c:v>
                </c:pt>
                <c:pt idx="7">
                  <c:v>0.0699428473375328</c:v>
                </c:pt>
                <c:pt idx="8">
                  <c:v>0.0799146939691727</c:v>
                </c:pt>
                <c:pt idx="9">
                  <c:v>0.089878549198011</c:v>
                </c:pt>
                <c:pt idx="10">
                  <c:v>0.0998334166468281</c:v>
                </c:pt>
                <c:pt idx="11">
                  <c:v>0.109778300837175</c:v>
                </c:pt>
                <c:pt idx="12">
                  <c:v>0.119712207288919</c:v>
                </c:pt>
                <c:pt idx="13">
                  <c:v>0.129634142619695</c:v>
                </c:pt>
                <c:pt idx="14">
                  <c:v>0.139543114644236</c:v>
                </c:pt>
                <c:pt idx="15">
                  <c:v>0.149438132473599</c:v>
                </c:pt>
                <c:pt idx="16">
                  <c:v>0.159318206614246</c:v>
                </c:pt>
                <c:pt idx="17">
                  <c:v>0.169182349066996</c:v>
                </c:pt>
                <c:pt idx="18">
                  <c:v>0.179029573425824</c:v>
                </c:pt>
                <c:pt idx="19">
                  <c:v>0.188858894976501</c:v>
                </c:pt>
                <c:pt idx="20">
                  <c:v>0.198669330795061</c:v>
                </c:pt>
                <c:pt idx="21">
                  <c:v>0.2084598998461</c:v>
                </c:pt>
                <c:pt idx="22">
                  <c:v>0.218229623080869</c:v>
                </c:pt>
                <c:pt idx="23">
                  <c:v>0.227977523535188</c:v>
                </c:pt>
                <c:pt idx="24">
                  <c:v>0.237702626427135</c:v>
                </c:pt>
                <c:pt idx="25">
                  <c:v>0.247403959254523</c:v>
                </c:pt>
                <c:pt idx="26">
                  <c:v>0.257080551892155</c:v>
                </c:pt>
                <c:pt idx="27">
                  <c:v>0.266731436688831</c:v>
                </c:pt>
                <c:pt idx="28">
                  <c:v>0.276355648564114</c:v>
                </c:pt>
                <c:pt idx="29">
                  <c:v>0.285952225104836</c:v>
                </c:pt>
                <c:pt idx="30">
                  <c:v>0.29552020666134</c:v>
                </c:pt>
                <c:pt idx="31">
                  <c:v>0.305058636443444</c:v>
                </c:pt>
                <c:pt idx="32">
                  <c:v>0.314566560616118</c:v>
                </c:pt>
                <c:pt idx="33">
                  <c:v>0.324043028394868</c:v>
                </c:pt>
                <c:pt idx="34">
                  <c:v>0.333487092140814</c:v>
                </c:pt>
                <c:pt idx="35">
                  <c:v>0.342897807455451</c:v>
                </c:pt>
                <c:pt idx="36">
                  <c:v>0.35227423327509</c:v>
                </c:pt>
                <c:pt idx="37">
                  <c:v>0.361615431964962</c:v>
                </c:pt>
                <c:pt idx="38">
                  <c:v>0.370920469412983</c:v>
                </c:pt>
                <c:pt idx="39">
                  <c:v>0.380188415123162</c:v>
                </c:pt>
                <c:pt idx="40">
                  <c:v>0.389418342308651</c:v>
                </c:pt>
                <c:pt idx="41">
                  <c:v>0.398609327984423</c:v>
                </c:pt>
                <c:pt idx="42">
                  <c:v>0.40776045305957</c:v>
                </c:pt>
                <c:pt idx="43">
                  <c:v>0.416870802429211</c:v>
                </c:pt>
                <c:pt idx="44">
                  <c:v>0.425939465066</c:v>
                </c:pt>
                <c:pt idx="45">
                  <c:v>0.43496553411123</c:v>
                </c:pt>
                <c:pt idx="46">
                  <c:v>0.44394810696552</c:v>
                </c:pt>
                <c:pt idx="47">
                  <c:v>0.452886285379068</c:v>
                </c:pt>
                <c:pt idx="48">
                  <c:v>0.461779175541483</c:v>
                </c:pt>
                <c:pt idx="49">
                  <c:v>0.470625888171158</c:v>
                </c:pt>
                <c:pt idx="50">
                  <c:v>0.479425538604203</c:v>
                </c:pt>
                <c:pt idx="51">
                  <c:v>0.488177246882908</c:v>
                </c:pt>
                <c:pt idx="52">
                  <c:v>0.496880137843737</c:v>
                </c:pt>
                <c:pt idx="53">
                  <c:v>0.505533341204847</c:v>
                </c:pt>
                <c:pt idx="54">
                  <c:v>0.514135991653113</c:v>
                </c:pt>
                <c:pt idx="55">
                  <c:v>0.522687228930659</c:v>
                </c:pt>
                <c:pt idx="56">
                  <c:v>0.531186197920884</c:v>
                </c:pt>
                <c:pt idx="57">
                  <c:v>0.53963204873397</c:v>
                </c:pt>
                <c:pt idx="58">
                  <c:v>0.548023936791874</c:v>
                </c:pt>
                <c:pt idx="59">
                  <c:v>0.556361022912784</c:v>
                </c:pt>
                <c:pt idx="60">
                  <c:v>0.564642473395036</c:v>
                </c:pt>
                <c:pt idx="61">
                  <c:v>0.572867460100481</c:v>
                </c:pt>
                <c:pt idx="62">
                  <c:v>0.581035160537305</c:v>
                </c:pt>
                <c:pt idx="63">
                  <c:v>0.58914475794227</c:v>
                </c:pt>
                <c:pt idx="64">
                  <c:v>0.597195441362392</c:v>
                </c:pt>
                <c:pt idx="65">
                  <c:v>0.60518640573604</c:v>
                </c:pt>
                <c:pt idx="66">
                  <c:v>0.613116851973434</c:v>
                </c:pt>
                <c:pt idx="67">
                  <c:v>0.62098598703656</c:v>
                </c:pt>
                <c:pt idx="68">
                  <c:v>0.628793024018469</c:v>
                </c:pt>
                <c:pt idx="69">
                  <c:v>0.636537182221968</c:v>
                </c:pt>
                <c:pt idx="70">
                  <c:v>0.644217687237691</c:v>
                </c:pt>
                <c:pt idx="71">
                  <c:v>0.651833771021537</c:v>
                </c:pt>
                <c:pt idx="72">
                  <c:v>0.659384671971473</c:v>
                </c:pt>
                <c:pt idx="73">
                  <c:v>0.666869635003698</c:v>
                </c:pt>
                <c:pt idx="74">
                  <c:v>0.674287911628145</c:v>
                </c:pt>
                <c:pt idx="75">
                  <c:v>0.681638760023334</c:v>
                </c:pt>
                <c:pt idx="76">
                  <c:v>0.688921445110552</c:v>
                </c:pt>
                <c:pt idx="77">
                  <c:v>0.696135238627357</c:v>
                </c:pt>
                <c:pt idx="78">
                  <c:v>0.70327941920041</c:v>
                </c:pt>
                <c:pt idx="79">
                  <c:v>0.710353272417608</c:v>
                </c:pt>
                <c:pt idx="80">
                  <c:v>0.717356090899523</c:v>
                </c:pt>
                <c:pt idx="81">
                  <c:v>0.724287174370143</c:v>
                </c:pt>
                <c:pt idx="82">
                  <c:v>0.731145829726896</c:v>
                </c:pt>
                <c:pt idx="83">
                  <c:v>0.737931371109963</c:v>
                </c:pt>
                <c:pt idx="84">
                  <c:v>0.74464311997086</c:v>
                </c:pt>
                <c:pt idx="85">
                  <c:v>0.751280405140293</c:v>
                </c:pt>
                <c:pt idx="86">
                  <c:v>0.757842562895277</c:v>
                </c:pt>
                <c:pt idx="87">
                  <c:v>0.764328937025505</c:v>
                </c:pt>
                <c:pt idx="88">
                  <c:v>0.77073887889897</c:v>
                </c:pt>
                <c:pt idx="89">
                  <c:v>0.777071747526824</c:v>
                </c:pt>
                <c:pt idx="90">
                  <c:v>0.783326909627484</c:v>
                </c:pt>
                <c:pt idx="91">
                  <c:v>0.789503739689951</c:v>
                </c:pt>
                <c:pt idx="92">
                  <c:v>0.795601620036366</c:v>
                </c:pt>
                <c:pt idx="93">
                  <c:v>0.801619940883777</c:v>
                </c:pt>
                <c:pt idx="94">
                  <c:v>0.807558100405115</c:v>
                </c:pt>
                <c:pt idx="95">
                  <c:v>0.813415504789374</c:v>
                </c:pt>
                <c:pt idx="96">
                  <c:v>0.819191568300999</c:v>
                </c:pt>
                <c:pt idx="97">
                  <c:v>0.82488571333845</c:v>
                </c:pt>
                <c:pt idx="98">
                  <c:v>0.830497370491971</c:v>
                </c:pt>
                <c:pt idx="99">
                  <c:v>0.836025978600521</c:v>
                </c:pt>
                <c:pt idx="100">
                  <c:v>0.841470984807897</c:v>
                </c:pt>
                <c:pt idx="101">
                  <c:v>0.846831844618015</c:v>
                </c:pt>
                <c:pt idx="102">
                  <c:v>0.852108021949363</c:v>
                </c:pt>
                <c:pt idx="103">
                  <c:v>0.857298989188604</c:v>
                </c:pt>
                <c:pt idx="104">
                  <c:v>0.862404227243339</c:v>
                </c:pt>
                <c:pt idx="105">
                  <c:v>0.867423225594017</c:v>
                </c:pt>
                <c:pt idx="106">
                  <c:v>0.872355482344987</c:v>
                </c:pt>
                <c:pt idx="107">
                  <c:v>0.877200504274682</c:v>
                </c:pt>
                <c:pt idx="108">
                  <c:v>0.881957806884948</c:v>
                </c:pt>
                <c:pt idx="109">
                  <c:v>0.886626914449488</c:v>
                </c:pt>
                <c:pt idx="110">
                  <c:v>0.891207360061436</c:v>
                </c:pt>
                <c:pt idx="111">
                  <c:v>0.895698685680048</c:v>
                </c:pt>
                <c:pt idx="112">
                  <c:v>0.900100442176505</c:v>
                </c:pt>
                <c:pt idx="113">
                  <c:v>0.904412189378826</c:v>
                </c:pt>
                <c:pt idx="114">
                  <c:v>0.908633496115884</c:v>
                </c:pt>
                <c:pt idx="115">
                  <c:v>0.912763940260521</c:v>
                </c:pt>
                <c:pt idx="116">
                  <c:v>0.916803108771767</c:v>
                </c:pt>
                <c:pt idx="117">
                  <c:v>0.920750597736136</c:v>
                </c:pt>
                <c:pt idx="118">
                  <c:v>0.924606012408021</c:v>
                </c:pt>
                <c:pt idx="119">
                  <c:v>0.928368967249167</c:v>
                </c:pt>
                <c:pt idx="120">
                  <c:v>0.932039085967227</c:v>
                </c:pt>
                <c:pt idx="121">
                  <c:v>0.935616001553386</c:v>
                </c:pt>
                <c:pt idx="122">
                  <c:v>0.939099356319068</c:v>
                </c:pt>
                <c:pt idx="123">
                  <c:v>0.942488801931698</c:v>
                </c:pt>
                <c:pt idx="124">
                  <c:v>0.945783999449539</c:v>
                </c:pt>
                <c:pt idx="125">
                  <c:v>0.948984619355587</c:v>
                </c:pt>
                <c:pt idx="126">
                  <c:v>0.952090341590516</c:v>
                </c:pt>
                <c:pt idx="127">
                  <c:v>0.955100855584692</c:v>
                </c:pt>
                <c:pt idx="128">
                  <c:v>0.958015860289225</c:v>
                </c:pt>
                <c:pt idx="129">
                  <c:v>0.960835064206073</c:v>
                </c:pt>
                <c:pt idx="130">
                  <c:v>0.963558185417193</c:v>
                </c:pt>
                <c:pt idx="131">
                  <c:v>0.966184951612734</c:v>
                </c:pt>
                <c:pt idx="132">
                  <c:v>0.968715100118265</c:v>
                </c:pt>
                <c:pt idx="133">
                  <c:v>0.971148377921045</c:v>
                </c:pt>
                <c:pt idx="134">
                  <c:v>0.97348454169532</c:v>
                </c:pt>
                <c:pt idx="135">
                  <c:v>0.975723357826659</c:v>
                </c:pt>
                <c:pt idx="136">
                  <c:v>0.977864602435316</c:v>
                </c:pt>
                <c:pt idx="137">
                  <c:v>0.979908061398614</c:v>
                </c:pt>
                <c:pt idx="138">
                  <c:v>0.98185353037236</c:v>
                </c:pt>
                <c:pt idx="139">
                  <c:v>0.983700814811277</c:v>
                </c:pt>
                <c:pt idx="140">
                  <c:v>0.98544972998846</c:v>
                </c:pt>
                <c:pt idx="141">
                  <c:v>0.98710010101385</c:v>
                </c:pt>
                <c:pt idx="142">
                  <c:v>0.98865176285172</c:v>
                </c:pt>
                <c:pt idx="143">
                  <c:v>0.990104560337178</c:v>
                </c:pt>
                <c:pt idx="144">
                  <c:v>0.991458348191687</c:v>
                </c:pt>
                <c:pt idx="145">
                  <c:v>0.992712991037589</c:v>
                </c:pt>
                <c:pt idx="146">
                  <c:v>0.993868363411645</c:v>
                </c:pt>
                <c:pt idx="147">
                  <c:v>0.994924349777581</c:v>
                </c:pt>
                <c:pt idx="148">
                  <c:v>0.99588084453764</c:v>
                </c:pt>
                <c:pt idx="149">
                  <c:v>0.996737752043143</c:v>
                </c:pt>
                <c:pt idx="150">
                  <c:v>0.997494986604055</c:v>
                </c:pt>
                <c:pt idx="151">
                  <c:v>0.998152472497548</c:v>
                </c:pt>
                <c:pt idx="152">
                  <c:v>0.998710143975583</c:v>
                </c:pt>
                <c:pt idx="153">
                  <c:v>0.999167945271476</c:v>
                </c:pt>
                <c:pt idx="154">
                  <c:v>0.999525830605479</c:v>
                </c:pt>
                <c:pt idx="155">
                  <c:v>0.999783764189357</c:v>
                </c:pt>
                <c:pt idx="156">
                  <c:v>0.999941720229966</c:v>
                </c:pt>
                <c:pt idx="157">
                  <c:v>0.999999682931835</c:v>
                </c:pt>
                <c:pt idx="158">
                  <c:v>0.99995764649874</c:v>
                </c:pt>
                <c:pt idx="159">
                  <c:v>0.999815615134291</c:v>
                </c:pt>
                <c:pt idx="160">
                  <c:v>0.999573603041505</c:v>
                </c:pt>
                <c:pt idx="161">
                  <c:v>0.99923163442139</c:v>
                </c:pt>
                <c:pt idx="162">
                  <c:v>0.998789743470524</c:v>
                </c:pt>
                <c:pt idx="163">
                  <c:v>0.998247974377632</c:v>
                </c:pt>
                <c:pt idx="164">
                  <c:v>0.997606381319174</c:v>
                </c:pt>
                <c:pt idx="165">
                  <c:v>0.996865028453919</c:v>
                </c:pt>
                <c:pt idx="166">
                  <c:v>0.996023989916537</c:v>
                </c:pt>
                <c:pt idx="167">
                  <c:v>0.99508334981018</c:v>
                </c:pt>
                <c:pt idx="168">
                  <c:v>0.994043202198076</c:v>
                </c:pt>
                <c:pt idx="169">
                  <c:v>0.992903651094118</c:v>
                </c:pt>
                <c:pt idx="170">
                  <c:v>0.991664810452468</c:v>
                </c:pt>
                <c:pt idx="171">
                  <c:v>0.990326804156158</c:v>
                </c:pt>
                <c:pt idx="172">
                  <c:v>0.988889766004701</c:v>
                </c:pt>
                <c:pt idx="173">
                  <c:v>0.987353839700716</c:v>
                </c:pt>
                <c:pt idx="174">
                  <c:v>0.985719178835553</c:v>
                </c:pt>
                <c:pt idx="175">
                  <c:v>0.983985946873937</c:v>
                </c:pt>
                <c:pt idx="176">
                  <c:v>0.982154317137618</c:v>
                </c:pt>
                <c:pt idx="177">
                  <c:v>0.980224472788045</c:v>
                </c:pt>
                <c:pt idx="178">
                  <c:v>0.978196606808044</c:v>
                </c:pt>
                <c:pt idx="179">
                  <c:v>0.976070921982524</c:v>
                </c:pt>
                <c:pt idx="180">
                  <c:v>0.973847630878195</c:v>
                </c:pt>
                <c:pt idx="181">
                  <c:v>0.971526955822315</c:v>
                </c:pt>
                <c:pt idx="182">
                  <c:v>0.969109128880456</c:v>
                </c:pt>
                <c:pt idx="183">
                  <c:v>0.966594391833297</c:v>
                </c:pt>
                <c:pt idx="184">
                  <c:v>0.963982996152448</c:v>
                </c:pt>
                <c:pt idx="185">
                  <c:v>0.9612752029753</c:v>
                </c:pt>
                <c:pt idx="186">
                  <c:v>0.958471283078914</c:v>
                </c:pt>
                <c:pt idx="187">
                  <c:v>0.955571516852943</c:v>
                </c:pt>
                <c:pt idx="188">
                  <c:v>0.952576194271595</c:v>
                </c:pt>
                <c:pt idx="189">
                  <c:v>0.94948561486463</c:v>
                </c:pt>
                <c:pt idx="190">
                  <c:v>0.946300087687414</c:v>
                </c:pt>
                <c:pt idx="191">
                  <c:v>0.94301993129001</c:v>
                </c:pt>
                <c:pt idx="192">
                  <c:v>0.939645473685324</c:v>
                </c:pt>
                <c:pt idx="193">
                  <c:v>0.936177052316306</c:v>
                </c:pt>
                <c:pt idx="194">
                  <c:v>0.9326150140222</c:v>
                </c:pt>
                <c:pt idx="195">
                  <c:v>0.928959715003869</c:v>
                </c:pt>
                <c:pt idx="196">
                  <c:v>0.925211520788168</c:v>
                </c:pt>
                <c:pt idx="197">
                  <c:v>0.921370806191395</c:v>
                </c:pt>
                <c:pt idx="198">
                  <c:v>0.917437955281809</c:v>
                </c:pt>
                <c:pt idx="199">
                  <c:v>0.913413361341225</c:v>
                </c:pt>
                <c:pt idx="200">
                  <c:v>0.909297426825681</c:v>
                </c:pt>
                <c:pt idx="201">
                  <c:v>0.9050905633252</c:v>
                </c:pt>
                <c:pt idx="202">
                  <c:v>0.900793191522627</c:v>
                </c:pt>
                <c:pt idx="203">
                  <c:v>0.89640574115156</c:v>
                </c:pt>
                <c:pt idx="204">
                  <c:v>0.891928650953379</c:v>
                </c:pt>
                <c:pt idx="205">
                  <c:v>0.887362368633375</c:v>
                </c:pt>
                <c:pt idx="206">
                  <c:v>0.882707350815974</c:v>
                </c:pt>
                <c:pt idx="207">
                  <c:v>0.877964062999078</c:v>
                </c:pt>
                <c:pt idx="208">
                  <c:v>0.873132979507517</c:v>
                </c:pt>
                <c:pt idx="209">
                  <c:v>0.868214583445613</c:v>
                </c:pt>
                <c:pt idx="210">
                  <c:v>0.863209366648874</c:v>
                </c:pt>
                <c:pt idx="211">
                  <c:v>0.858117829634809</c:v>
                </c:pt>
                <c:pt idx="212">
                  <c:v>0.852940481552877</c:v>
                </c:pt>
                <c:pt idx="213">
                  <c:v>0.84767784013357</c:v>
                </c:pt>
                <c:pt idx="214">
                  <c:v>0.842330431636647</c:v>
                </c:pt>
                <c:pt idx="215">
                  <c:v>0.836898790798499</c:v>
                </c:pt>
                <c:pt idx="216">
                  <c:v>0.831383460778684</c:v>
                </c:pt>
                <c:pt idx="217">
                  <c:v>0.825784993105609</c:v>
                </c:pt>
                <c:pt idx="218">
                  <c:v>0.820103947621376</c:v>
                </c:pt>
                <c:pt idx="219">
                  <c:v>0.814340892425797</c:v>
                </c:pt>
                <c:pt idx="220">
                  <c:v>0.808496403819592</c:v>
                </c:pt>
                <c:pt idx="221">
                  <c:v>0.802571066246749</c:v>
                </c:pt>
                <c:pt idx="222">
                  <c:v>0.796565472236089</c:v>
                </c:pt>
                <c:pt idx="223">
                  <c:v>0.790480222342007</c:v>
                </c:pt>
                <c:pt idx="224">
                  <c:v>0.784315925084422</c:v>
                </c:pt>
                <c:pt idx="225">
                  <c:v>0.778073196887924</c:v>
                </c:pt>
                <c:pt idx="226">
                  <c:v>0.771752662020128</c:v>
                </c:pt>
                <c:pt idx="227">
                  <c:v>0.765354952529256</c:v>
                </c:pt>
                <c:pt idx="228">
                  <c:v>0.758880708180925</c:v>
                </c:pt>
                <c:pt idx="229">
                  <c:v>0.752330576394174</c:v>
                </c:pt>
                <c:pt idx="230">
                  <c:v>0.745705212176724</c:v>
                </c:pt>
                <c:pt idx="231">
                  <c:v>0.739005278059474</c:v>
                </c:pt>
                <c:pt idx="232">
                  <c:v>0.732231444030255</c:v>
                </c:pt>
                <c:pt idx="233">
                  <c:v>0.725384387466823</c:v>
                </c:pt>
                <c:pt idx="234">
                  <c:v>0.71846479306913</c:v>
                </c:pt>
                <c:pt idx="235">
                  <c:v>0.711473352790849</c:v>
                </c:pt>
                <c:pt idx="236">
                  <c:v>0.704410765770181</c:v>
                </c:pt>
                <c:pt idx="237">
                  <c:v>0.697277738259942</c:v>
                </c:pt>
                <c:pt idx="238">
                  <c:v>0.690074983556941</c:v>
                </c:pt>
                <c:pt idx="239">
                  <c:v>0.682803221930645</c:v>
                </c:pt>
                <c:pt idx="240">
                  <c:v>0.675463180551156</c:v>
                </c:pt>
                <c:pt idx="241">
                  <c:v>0.668055593416496</c:v>
                </c:pt>
                <c:pt idx="242">
                  <c:v>0.660581201279206</c:v>
                </c:pt>
                <c:pt idx="243">
                  <c:v>0.653040751572271</c:v>
                </c:pt>
                <c:pt idx="244">
                  <c:v>0.645434998334377</c:v>
                </c:pt>
                <c:pt idx="245">
                  <c:v>0.63776470213451</c:v>
                </c:pt>
                <c:pt idx="246">
                  <c:v>0.630030629995899</c:v>
                </c:pt>
                <c:pt idx="247">
                  <c:v>0.622233555319311</c:v>
                </c:pt>
                <c:pt idx="248">
                  <c:v>0.614374257805719</c:v>
                </c:pt>
                <c:pt idx="249">
                  <c:v>0.606453523378322</c:v>
                </c:pt>
                <c:pt idx="250">
                  <c:v>0.598472144103964</c:v>
                </c:pt>
                <c:pt idx="251">
                  <c:v>0.590430918113921</c:v>
                </c:pt>
                <c:pt idx="252">
                  <c:v>0.58233064952409</c:v>
                </c:pt>
                <c:pt idx="253">
                  <c:v>0.574172148354581</c:v>
                </c:pt>
                <c:pt idx="254">
                  <c:v>0.565956230448711</c:v>
                </c:pt>
                <c:pt idx="255">
                  <c:v>0.557683717391426</c:v>
                </c:pt>
                <c:pt idx="256">
                  <c:v>0.549355436427136</c:v>
                </c:pt>
                <c:pt idx="257">
                  <c:v>0.540972220376998</c:v>
                </c:pt>
                <c:pt idx="258">
                  <c:v>0.53253490755563</c:v>
                </c:pt>
                <c:pt idx="259">
                  <c:v>0.524044341687286</c:v>
                </c:pt>
                <c:pt idx="260">
                  <c:v>0.515501371821474</c:v>
                </c:pt>
                <c:pt idx="261">
                  <c:v>0.506906852248063</c:v>
                </c:pt>
                <c:pt idx="262">
                  <c:v>0.498261642411849</c:v>
                </c:pt>
                <c:pt idx="263">
                  <c:v>0.48956660682661</c:v>
                </c:pt>
                <c:pt idx="264">
                  <c:v>0.480822614988659</c:v>
                </c:pt>
                <c:pt idx="265">
                  <c:v>0.472030541289894</c:v>
                </c:pt>
                <c:pt idx="266">
                  <c:v>0.463191264930357</c:v>
                </c:pt>
                <c:pt idx="267">
                  <c:v>0.454305669830318</c:v>
                </c:pt>
                <c:pt idx="268">
                  <c:v>0.445374644541883</c:v>
                </c:pt>
                <c:pt idx="269">
                  <c:v>0.436399082160138</c:v>
                </c:pt>
                <c:pt idx="270">
                  <c:v>0.427379880233842</c:v>
                </c:pt>
                <c:pt idx="271">
                  <c:v>0.418317940675671</c:v>
                </c:pt>
                <c:pt idx="272">
                  <c:v>0.40921416967203</c:v>
                </c:pt>
                <c:pt idx="273">
                  <c:v>0.400069477592433</c:v>
                </c:pt>
                <c:pt idx="274">
                  <c:v>0.390884778898466</c:v>
                </c:pt>
                <c:pt idx="275">
                  <c:v>0.381660992052345</c:v>
                </c:pt>
                <c:pt idx="276">
                  <c:v>0.372399039425069</c:v>
                </c:pt>
                <c:pt idx="277">
                  <c:v>0.363099847204182</c:v>
                </c:pt>
                <c:pt idx="278">
                  <c:v>0.353764345301157</c:v>
                </c:pt>
                <c:pt idx="279">
                  <c:v>0.344393467258405</c:v>
                </c:pt>
                <c:pt idx="280">
                  <c:v>0.33498815015592</c:v>
                </c:pt>
                <c:pt idx="281">
                  <c:v>0.325549334517575</c:v>
                </c:pt>
                <c:pt idx="282">
                  <c:v>0.316077964217069</c:v>
                </c:pt>
                <c:pt idx="283">
                  <c:v>0.306574986383539</c:v>
                </c:pt>
                <c:pt idx="284">
                  <c:v>0.297041351306848</c:v>
                </c:pt>
                <c:pt idx="285">
                  <c:v>0.287478012342561</c:v>
                </c:pt>
                <c:pt idx="286">
                  <c:v>0.277885925816603</c:v>
                </c:pt>
                <c:pt idx="287">
                  <c:v>0.268266050929635</c:v>
                </c:pt>
                <c:pt idx="288">
                  <c:v>0.258619349661128</c:v>
                </c:pt>
                <c:pt idx="289">
                  <c:v>0.24894678667317</c:v>
                </c:pt>
                <c:pt idx="290">
                  <c:v>0.239249329214</c:v>
                </c:pt>
                <c:pt idx="291">
                  <c:v>0.229527947021282</c:v>
                </c:pt>
                <c:pt idx="292">
                  <c:v>0.219783612225135</c:v>
                </c:pt>
                <c:pt idx="293">
                  <c:v>0.210017299250917</c:v>
                </c:pt>
                <c:pt idx="294">
                  <c:v>0.200229984721789</c:v>
                </c:pt>
                <c:pt idx="295">
                  <c:v>0.190422647361046</c:v>
                </c:pt>
                <c:pt idx="296">
                  <c:v>0.180596267894252</c:v>
                </c:pt>
                <c:pt idx="297">
                  <c:v>0.170751828951165</c:v>
                </c:pt>
                <c:pt idx="298">
                  <c:v>0.160890314967475</c:v>
                </c:pt>
                <c:pt idx="299">
                  <c:v>0.151012712086364</c:v>
                </c:pt>
                <c:pt idx="300">
                  <c:v>0.141120008059887</c:v>
                </c:pt>
                <c:pt idx="301">
                  <c:v>0.131213192150204</c:v>
                </c:pt>
                <c:pt idx="302">
                  <c:v>0.12129325503065</c:v>
                </c:pt>
                <c:pt idx="303">
                  <c:v>0.11136118868667</c:v>
                </c:pt>
                <c:pt idx="304">
                  <c:v>0.101417986316623</c:v>
                </c:pt>
                <c:pt idx="305">
                  <c:v>0.091464642232458</c:v>
                </c:pt>
                <c:pt idx="306">
                  <c:v>0.0815021517602904</c:v>
                </c:pt>
                <c:pt idx="307">
                  <c:v>0.071531511140865</c:v>
                </c:pt>
                <c:pt idx="308">
                  <c:v>0.0615537174299349</c:v>
                </c:pt>
                <c:pt idx="309">
                  <c:v>0.0515697683985564</c:v>
                </c:pt>
                <c:pt idx="310">
                  <c:v>0.0415806624333127</c:v>
                </c:pt>
                <c:pt idx="311">
                  <c:v>0.0315873984364761</c:v>
                </c:pt>
                <c:pt idx="312">
                  <c:v>0.0215909757261186</c:v>
                </c:pt>
                <c:pt idx="313">
                  <c:v>0.0115923939361809</c:v>
                </c:pt>
                <c:pt idx="314">
                  <c:v>0.00159265291650992</c:v>
                </c:pt>
                <c:pt idx="315">
                  <c:v>-0.00840724736712552</c:v>
                </c:pt>
                <c:pt idx="316">
                  <c:v>-0.0184063069330303</c:v>
                </c:pt>
                <c:pt idx="317">
                  <c:v>-0.0284035258835803</c:v>
                </c:pt>
                <c:pt idx="318">
                  <c:v>-0.0383979045052114</c:v>
                </c:pt>
                <c:pt idx="319">
                  <c:v>-0.0483884433683902</c:v>
                </c:pt>
                <c:pt idx="320">
                  <c:v>-0.0583741434275557</c:v>
                </c:pt>
                <c:pt idx="321">
                  <c:v>-0.0683540061210234</c:v>
                </c:pt>
                <c:pt idx="322">
                  <c:v>-0.0783270334708405</c:v>
                </c:pt>
                <c:pt idx="323">
                  <c:v>-0.0882922281825828</c:v>
                </c:pt>
                <c:pt idx="324">
                  <c:v>-0.0982485937450835</c:v>
                </c:pt>
                <c:pt idx="325">
                  <c:v>-0.108195134530083</c:v>
                </c:pt>
                <c:pt idx="326">
                  <c:v>-0.118130855891792</c:v>
                </c:pt>
                <c:pt idx="327">
                  <c:v>-0.128054764266354</c:v>
                </c:pt>
                <c:pt idx="328">
                  <c:v>-0.137965867271201</c:v>
                </c:pt>
                <c:pt idx="329">
                  <c:v>-0.147863173804293</c:v>
                </c:pt>
                <c:pt idx="330">
                  <c:v>-0.157745694143222</c:v>
                </c:pt>
                <c:pt idx="331">
                  <c:v>-0.167612440044192</c:v>
                </c:pt>
                <c:pt idx="332">
                  <c:v>-0.177462424840834</c:v>
                </c:pt>
                <c:pt idx="333">
                  <c:v>-0.187294663542877</c:v>
                </c:pt>
                <c:pt idx="334">
                  <c:v>-0.197108172934643</c:v>
                </c:pt>
                <c:pt idx="335">
                  <c:v>-0.206901971673373</c:v>
                </c:pt>
                <c:pt idx="336">
                  <c:v>-0.216675080387353</c:v>
                </c:pt>
                <c:pt idx="337">
                  <c:v>-0.226426521773856</c:v>
                </c:pt>
                <c:pt idx="338">
                  <c:v>-0.23615532069687</c:v>
                </c:pt>
                <c:pt idx="339">
                  <c:v>-0.245860504284609</c:v>
                </c:pt>
                <c:pt idx="340">
                  <c:v>-0.255541102026804</c:v>
                </c:pt>
                <c:pt idx="341">
                  <c:v>-0.265196145871746</c:v>
                </c:pt>
                <c:pt idx="342">
                  <c:v>-0.274824670323096</c:v>
                </c:pt>
                <c:pt idx="343">
                  <c:v>-0.284425712536434</c:v>
                </c:pt>
                <c:pt idx="344">
                  <c:v>-0.29399831241554</c:v>
                </c:pt>
                <c:pt idx="345">
                  <c:v>-0.303541512708401</c:v>
                </c:pt>
                <c:pt idx="346">
                  <c:v>-0.313054359102942</c:v>
                </c:pt>
                <c:pt idx="347">
                  <c:v>-0.32253590032245</c:v>
                </c:pt>
                <c:pt idx="348">
                  <c:v>-0.331985188220706</c:v>
                </c:pt>
                <c:pt idx="349">
                  <c:v>-0.341401277876792</c:v>
                </c:pt>
                <c:pt idx="350">
                  <c:v>-0.350783227689591</c:v>
                </c:pt>
                <c:pt idx="351">
                  <c:v>-0.36013009947194</c:v>
                </c:pt>
                <c:pt idx="352">
                  <c:v>-0.369440958544448</c:v>
                </c:pt>
                <c:pt idx="353">
                  <c:v>-0.378714873828969</c:v>
                </c:pt>
                <c:pt idx="354">
                  <c:v>-0.387950917941701</c:v>
                </c:pt>
                <c:pt idx="355">
                  <c:v>-0.397148167285931</c:v>
                </c:pt>
                <c:pt idx="356">
                  <c:v>-0.406305702144388</c:v>
                </c:pt>
                <c:pt idx="357">
                  <c:v>-0.415422606771217</c:v>
                </c:pt>
                <c:pt idx="358">
                  <c:v>-0.424497969483553</c:v>
                </c:pt>
                <c:pt idx="359">
                  <c:v>-0.433530882752688</c:v>
                </c:pt>
                <c:pt idx="360">
                  <c:v>-0.442520443294823</c:v>
                </c:pt>
                <c:pt idx="361">
                  <c:v>-0.451465752161394</c:v>
                </c:pt>
                <c:pt idx="362">
                  <c:v>-0.460365914828969</c:v>
                </c:pt>
                <c:pt idx="363">
                  <c:v>-0.469220041288698</c:v>
                </c:pt>
                <c:pt idx="364">
                  <c:v>-0.478027246135313</c:v>
                </c:pt>
                <c:pt idx="365">
                  <c:v>-0.48678664865567</c:v>
                </c:pt>
                <c:pt idx="366">
                  <c:v>-0.495497372916815</c:v>
                </c:pt>
                <c:pt idx="367">
                  <c:v>-0.504158547853582</c:v>
                </c:pt>
                <c:pt idx="368">
                  <c:v>-0.512769307355694</c:v>
                </c:pt>
                <c:pt idx="369">
                  <c:v>-0.521328790354377</c:v>
                </c:pt>
                <c:pt idx="370">
                  <c:v>-0.529836140908464</c:v>
                </c:pt>
                <c:pt idx="371">
                  <c:v>-0.538290508289988</c:v>
                </c:pt>
                <c:pt idx="372">
                  <c:v>-0.546691047069257</c:v>
                </c:pt>
                <c:pt idx="373">
                  <c:v>-0.555036917199394</c:v>
                </c:pt>
                <c:pt idx="374">
                  <c:v>-0.56332728410034</c:v>
                </c:pt>
                <c:pt idx="375">
                  <c:v>-0.571561318742314</c:v>
                </c:pt>
                <c:pt idx="376">
                  <c:v>-0.579738197728713</c:v>
                </c:pt>
                <c:pt idx="377">
                  <c:v>-0.587857103378453</c:v>
                </c:pt>
                <c:pt idx="378">
                  <c:v>-0.595917223807735</c:v>
                </c:pt>
                <c:pt idx="379">
                  <c:v>-0.603917753011231</c:v>
                </c:pt>
                <c:pt idx="380">
                  <c:v>-0.61185789094269</c:v>
                </c:pt>
                <c:pt idx="381">
                  <c:v>-0.619736843594934</c:v>
                </c:pt>
                <c:pt idx="382">
                  <c:v>-0.627553823079264</c:v>
                </c:pt>
                <c:pt idx="383">
                  <c:v>-0.635308047704246</c:v>
                </c:pt>
                <c:pt idx="384">
                  <c:v>-0.64299874205388</c:v>
                </c:pt>
                <c:pt idx="385">
                  <c:v>-0.650625137065138</c:v>
                </c:pt>
                <c:pt idx="386">
                  <c:v>-0.658186470104876</c:v>
                </c:pt>
                <c:pt idx="387">
                  <c:v>-0.66568198504609</c:v>
                </c:pt>
                <c:pt idx="388">
                  <c:v>-0.673110932343533</c:v>
                </c:pt>
                <c:pt idx="389">
                  <c:v>-0.680472569108665</c:v>
                </c:pt>
                <c:pt idx="390">
                  <c:v>-0.687766159183945</c:v>
                </c:pt>
                <c:pt idx="391">
                  <c:v>-0.694990973216443</c:v>
                </c:pt>
                <c:pt idx="392">
                  <c:v>-0.702146288730777</c:v>
                </c:pt>
                <c:pt idx="393">
                  <c:v>-0.709231390201358</c:v>
                </c:pt>
                <c:pt idx="394">
                  <c:v>-0.716245569123943</c:v>
                </c:pt>
                <c:pt idx="395">
                  <c:v>-0.723188124086484</c:v>
                </c:pt>
                <c:pt idx="396">
                  <c:v>-0.730058360839272</c:v>
                </c:pt>
                <c:pt idx="397">
                  <c:v>-0.736855592364356</c:v>
                </c:pt>
                <c:pt idx="398">
                  <c:v>-0.743579138944247</c:v>
                </c:pt>
                <c:pt idx="399">
                  <c:v>-0.750228328229892</c:v>
                </c:pt>
                <c:pt idx="400">
                  <c:v>-0.756802495307901</c:v>
                </c:pt>
                <c:pt idx="401">
                  <c:v>-0.763300982767047</c:v>
                </c:pt>
                <c:pt idx="402">
                  <c:v>-0.769723140763998</c:v>
                </c:pt>
                <c:pt idx="403">
                  <c:v>-0.776068327088306</c:v>
                </c:pt>
                <c:pt idx="404">
                  <c:v>-0.782335907226627</c:v>
                </c:pt>
                <c:pt idx="405">
                  <c:v>-0.788525254426169</c:v>
                </c:pt>
                <c:pt idx="406">
                  <c:v>-0.794635749757371</c:v>
                </c:pt>
                <c:pt idx="407">
                  <c:v>-0.800666782175792</c:v>
                </c:pt>
                <c:pt idx="408">
                  <c:v>-0.806617748583215</c:v>
                </c:pt>
                <c:pt idx="409">
                  <c:v>-0.812488053887959</c:v>
                </c:pt>
                <c:pt idx="410">
                  <c:v>-0.818277111064386</c:v>
                </c:pt>
                <c:pt idx="411">
                  <c:v>-0.823984341211601</c:v>
                </c:pt>
                <c:pt idx="412">
                  <c:v>-0.829609173611347</c:v>
                </c:pt>
                <c:pt idx="413">
                  <c:v>-0.83515104578507</c:v>
                </c:pt>
                <c:pt idx="414">
                  <c:v>-0.840609403550171</c:v>
                </c:pt>
                <c:pt idx="415">
                  <c:v>-0.845983701075423</c:v>
                </c:pt>
                <c:pt idx="416">
                  <c:v>-0.851273400935551</c:v>
                </c:pt>
                <c:pt idx="417">
                  <c:v>-0.856477974164978</c:v>
                </c:pt>
                <c:pt idx="418">
                  <c:v>-0.861596900310718</c:v>
                </c:pt>
                <c:pt idx="419">
                  <c:v>-0.866629667484422</c:v>
                </c:pt>
                <c:pt idx="420">
                  <c:v>-0.871575772413566</c:v>
                </c:pt>
                <c:pt idx="421">
                  <c:v>-0.87643472049178</c:v>
                </c:pt>
                <c:pt idx="422">
                  <c:v>-0.881206025828304</c:v>
                </c:pt>
                <c:pt idx="423">
                  <c:v>-0.885889211296581</c:v>
                </c:pt>
                <c:pt idx="424">
                  <c:v>-0.890483808581967</c:v>
                </c:pt>
                <c:pt idx="425">
                  <c:v>-0.894989358228563</c:v>
                </c:pt>
                <c:pt idx="426">
                  <c:v>-0.899405409685157</c:v>
                </c:pt>
                <c:pt idx="427">
                  <c:v>-0.903731521350286</c:v>
                </c:pt>
                <c:pt idx="428">
                  <c:v>-0.907967260616386</c:v>
                </c:pt>
                <c:pt idx="429">
                  <c:v>-0.912112203913061</c:v>
                </c:pt>
                <c:pt idx="430">
                  <c:v>-0.916165936749436</c:v>
                </c:pt>
                <c:pt idx="431">
                  <c:v>-0.920128053755605</c:v>
                </c:pt>
                <c:pt idx="432">
                  <c:v>-0.92399815872317</c:v>
                </c:pt>
                <c:pt idx="433">
                  <c:v>-0.927775864644858</c:v>
                </c:pt>
                <c:pt idx="434">
                  <c:v>-0.931460793753225</c:v>
                </c:pt>
                <c:pt idx="435">
                  <c:v>-0.935052577558432</c:v>
                </c:pt>
                <c:pt idx="436">
                  <c:v>-0.938550856885091</c:v>
                </c:pt>
                <c:pt idx="437">
                  <c:v>-0.941955281908185</c:v>
                </c:pt>
                <c:pt idx="438">
                  <c:v>-0.945265512188047</c:v>
                </c:pt>
                <c:pt idx="439">
                  <c:v>-0.94848121670441</c:v>
                </c:pt>
                <c:pt idx="440">
                  <c:v>-0.951602073889501</c:v>
                </c:pt>
                <c:pt idx="441">
                  <c:v>-0.954627771660201</c:v>
                </c:pt>
                <c:pt idx="442">
                  <c:v>-0.957558007449257</c:v>
                </c:pt>
                <c:pt idx="443">
                  <c:v>-0.960392488235529</c:v>
                </c:pt>
                <c:pt idx="444">
                  <c:v>-0.963130930573303</c:v>
                </c:pt>
                <c:pt idx="445">
                  <c:v>-0.965773060620626</c:v>
                </c:pt>
                <c:pt idx="446">
                  <c:v>-0.968318614166694</c:v>
                </c:pt>
                <c:pt idx="447">
                  <c:v>-0.970767336658276</c:v>
                </c:pt>
                <c:pt idx="448">
                  <c:v>-0.973118983225162</c:v>
                </c:pt>
                <c:pt idx="449">
                  <c:v>-0.975373318704655</c:v>
                </c:pt>
                <c:pt idx="450">
                  <c:v>-0.977530117665086</c:v>
                </c:pt>
                <c:pt idx="451">
                  <c:v>-0.979589164428356</c:v>
                </c:pt>
                <c:pt idx="452">
                  <c:v>-0.981550253091506</c:v>
                </c:pt>
                <c:pt idx="453">
                  <c:v>-0.983413187547301</c:v>
                </c:pt>
                <c:pt idx="454">
                  <c:v>-0.98517778150385</c:v>
                </c:pt>
                <c:pt idx="455">
                  <c:v>-0.986843858503228</c:v>
                </c:pt>
                <c:pt idx="456">
                  <c:v>-0.988411251939122</c:v>
                </c:pt>
                <c:pt idx="457">
                  <c:v>-0.989879805073496</c:v>
                </c:pt>
                <c:pt idx="458">
                  <c:v>-0.99124937105226</c:v>
                </c:pt>
                <c:pt idx="459">
                  <c:v>-0.992519812919957</c:v>
                </c:pt>
                <c:pt idx="460">
                  <c:v>-0.993691003633458</c:v>
                </c:pt>
                <c:pt idx="461">
                  <c:v>-0.99476282607467</c:v>
                </c:pt>
                <c:pt idx="462">
                  <c:v>-0.99573517306224</c:v>
                </c:pt>
                <c:pt idx="463">
                  <c:v>-0.996607947362281</c:v>
                </c:pt>
                <c:pt idx="464">
                  <c:v>-0.997381061698089</c:v>
                </c:pt>
                <c:pt idx="465">
                  <c:v>-0.998054438758876</c:v>
                </c:pt>
                <c:pt idx="466">
                  <c:v>-0.998628011207496</c:v>
                </c:pt>
                <c:pt idx="467">
                  <c:v>-0.999101721687182</c:v>
                </c:pt>
                <c:pt idx="468">
                  <c:v>-0.999475522827282</c:v>
                </c:pt>
                <c:pt idx="469">
                  <c:v>-0.999749377247993</c:v>
                </c:pt>
                <c:pt idx="470">
                  <c:v>-0.9999232575641</c:v>
                </c:pt>
                <c:pt idx="471">
                  <c:v>-0.999997146387718</c:v>
                </c:pt>
                <c:pt idx="472">
                  <c:v>-0.999971036330025</c:v>
                </c:pt>
                <c:pt idx="473">
                  <c:v>-0.999844930002005</c:v>
                </c:pt>
                <c:pt idx="474">
                  <c:v>-0.999618840014187</c:v>
                </c:pt>
                <c:pt idx="475">
                  <c:v>-0.99929278897538</c:v>
                </c:pt>
                <c:pt idx="476">
                  <c:v>-0.998866809490417</c:v>
                </c:pt>
                <c:pt idx="477">
                  <c:v>-0.998340944156891</c:v>
                </c:pt>
                <c:pt idx="478">
                  <c:v>-0.997715245560897</c:v>
                </c:pt>
                <c:pt idx="479">
                  <c:v>-0.996989776271774</c:v>
                </c:pt>
                <c:pt idx="480">
                  <c:v>-0.996164608835846</c:v>
                </c:pt>
                <c:pt idx="481">
                  <c:v>-0.995239825769168</c:v>
                </c:pt>
                <c:pt idx="482">
                  <c:v>-0.994215519549278</c:v>
                </c:pt>
                <c:pt idx="483">
                  <c:v>-0.993091792605942</c:v>
                </c:pt>
                <c:pt idx="484">
                  <c:v>-0.99186875731092</c:v>
                </c:pt>
                <c:pt idx="485">
                  <c:v>-0.990546535966721</c:v>
                </c:pt>
                <c:pt idx="486">
                  <c:v>-0.989125260794379</c:v>
                </c:pt>
                <c:pt idx="487">
                  <c:v>-0.987605073920225</c:v>
                </c:pt>
                <c:pt idx="488">
                  <c:v>-0.98598612736168</c:v>
                </c:pt>
                <c:pt idx="489">
                  <c:v>-0.984268583012052</c:v>
                </c:pt>
                <c:pt idx="490">
                  <c:v>-0.982452612624344</c:v>
                </c:pt>
                <c:pt idx="491">
                  <c:v>-0.980538397794081</c:v>
                </c:pt>
                <c:pt idx="492">
                  <c:v>-0.978526129941151</c:v>
                </c:pt>
                <c:pt idx="493">
                  <c:v>-0.976416010290663</c:v>
                </c:pt>
                <c:pt idx="494">
                  <c:v>-0.974208249852823</c:v>
                </c:pt>
                <c:pt idx="495">
                  <c:v>-0.971903069401835</c:v>
                </c:pt>
                <c:pt idx="496">
                  <c:v>-0.969500699453824</c:v>
                </c:pt>
                <c:pt idx="497">
                  <c:v>-0.967001380243782</c:v>
                </c:pt>
                <c:pt idx="498">
                  <c:v>-0.964405361701547</c:v>
                </c:pt>
                <c:pt idx="499">
                  <c:v>-0.96171290342681</c:v>
                </c:pt>
                <c:pt idx="500">
                  <c:v>-0.958924274663156</c:v>
                </c:pt>
                <c:pt idx="501">
                  <c:v>-0.956039754271136</c:v>
                </c:pt>
                <c:pt idx="502">
                  <c:v>-0.953059630700387</c:v>
                </c:pt>
                <c:pt idx="503">
                  <c:v>-0.94998420196078</c:v>
                </c:pt>
                <c:pt idx="504">
                  <c:v>-0.946813775592629</c:v>
                </c:pt>
                <c:pt idx="505">
                  <c:v>-0.943548668635927</c:v>
                </c:pt>
                <c:pt idx="506">
                  <c:v>-0.94018920759865</c:v>
                </c:pt>
                <c:pt idx="507">
                  <c:v>-0.936735728424101</c:v>
                </c:pt>
                <c:pt idx="508">
                  <c:v>-0.933188576457321</c:v>
                </c:pt>
                <c:pt idx="509">
                  <c:v>-0.929548106410549</c:v>
                </c:pt>
                <c:pt idx="510">
                  <c:v>-0.925814682327757</c:v>
                </c:pt>
                <c:pt idx="511">
                  <c:v>-0.921988677548241</c:v>
                </c:pt>
                <c:pt idx="512">
                  <c:v>-0.918070474669293</c:v>
                </c:pt>
                <c:pt idx="513">
                  <c:v>-0.914060465507933</c:v>
                </c:pt>
                <c:pt idx="514">
                  <c:v>-0.909959051061738</c:v>
                </c:pt>
                <c:pt idx="515">
                  <c:v>-0.905766641468732</c:v>
                </c:pt>
                <c:pt idx="516">
                  <c:v>-0.901483655966383</c:v>
                </c:pt>
                <c:pt idx="517">
                  <c:v>-0.897110522849671</c:v>
                </c:pt>
                <c:pt idx="518">
                  <c:v>-0.892647679428264</c:v>
                </c:pt>
                <c:pt idx="519">
                  <c:v>-0.888095571982785</c:v>
                </c:pt>
                <c:pt idx="520">
                  <c:v>-0.883454655720184</c:v>
                </c:pt>
                <c:pt idx="521">
                  <c:v>-0.878725394728222</c:v>
                </c:pt>
                <c:pt idx="522">
                  <c:v>-0.873908261929055</c:v>
                </c:pt>
                <c:pt idx="523">
                  <c:v>-0.869003739031949</c:v>
                </c:pt>
                <c:pt idx="524">
                  <c:v>-0.864012316485108</c:v>
                </c:pt>
                <c:pt idx="525">
                  <c:v>-0.858934493426627</c:v>
                </c:pt>
                <c:pt idx="526">
                  <c:v>-0.853770777634578</c:v>
                </c:pt>
                <c:pt idx="527">
                  <c:v>-0.84852168547624</c:v>
                </c:pt>
                <c:pt idx="528">
                  <c:v>-0.843187741856453</c:v>
                </c:pt>
                <c:pt idx="529">
                  <c:v>-0.837769480165135</c:v>
                </c:pt>
                <c:pt idx="530">
                  <c:v>-0.832267442223939</c:v>
                </c:pt>
                <c:pt idx="531">
                  <c:v>-0.826682178232075</c:v>
                </c:pt>
                <c:pt idx="532">
                  <c:v>-0.821014246711286</c:v>
                </c:pt>
                <c:pt idx="533">
                  <c:v>-0.815264214450004</c:v>
                </c:pt>
                <c:pt idx="534">
                  <c:v>-0.80943265644666</c:v>
                </c:pt>
                <c:pt idx="535">
                  <c:v>-0.803520155852197</c:v>
                </c:pt>
                <c:pt idx="536">
                  <c:v>-0.797527303911747</c:v>
                </c:pt>
                <c:pt idx="537">
                  <c:v>-0.791454699905509</c:v>
                </c:pt>
                <c:pt idx="538">
                  <c:v>-0.785302951088824</c:v>
                </c:pt>
                <c:pt idx="539">
                  <c:v>-0.779072672631447</c:v>
                </c:pt>
                <c:pt idx="540">
                  <c:v>-0.772764487556032</c:v>
                </c:pt>
                <c:pt idx="541">
                  <c:v>-0.76637902667583</c:v>
                </c:pt>
                <c:pt idx="542">
                  <c:v>-0.759916928531607</c:v>
                </c:pt>
                <c:pt idx="543">
                  <c:v>-0.753378839327793</c:v>
                </c:pt>
                <c:pt idx="544">
                  <c:v>-0.74676541286786</c:v>
                </c:pt>
                <c:pt idx="545">
                  <c:v>-0.740077310488943</c:v>
                </c:pt>
                <c:pt idx="546">
                  <c:v>-0.733315200995705</c:v>
                </c:pt>
                <c:pt idx="547">
                  <c:v>-0.726479760593462</c:v>
                </c:pt>
                <c:pt idx="548">
                  <c:v>-0.719571672820558</c:v>
                </c:pt>
                <c:pt idx="549">
                  <c:v>-0.712591628480012</c:v>
                </c:pt>
                <c:pt idx="550">
                  <c:v>-0.705540325570443</c:v>
                </c:pt>
                <c:pt idx="551">
                  <c:v>-0.698418469216266</c:v>
                </c:pt>
                <c:pt idx="552">
                  <c:v>-0.69122677159718</c:v>
                </c:pt>
                <c:pt idx="553">
                  <c:v>-0.683965951876954</c:v>
                </c:pt>
                <c:pt idx="554">
                  <c:v>-0.676636736131511</c:v>
                </c:pt>
                <c:pt idx="555">
                  <c:v>-0.669239857276317</c:v>
                </c:pt>
                <c:pt idx="556">
                  <c:v>-0.661776054993093</c:v>
                </c:pt>
                <c:pt idx="557">
                  <c:v>-0.654246075655848</c:v>
                </c:pt>
                <c:pt idx="558">
                  <c:v>-0.64665067225624</c:v>
                </c:pt>
                <c:pt idx="559">
                  <c:v>-0.638990604328281</c:v>
                </c:pt>
                <c:pt idx="560">
                  <c:v>-0.631266637872379</c:v>
                </c:pt>
                <c:pt idx="561">
                  <c:v>-0.623479545278744</c:v>
                </c:pt>
                <c:pt idx="562">
                  <c:v>-0.615630105250146</c:v>
                </c:pt>
                <c:pt idx="563">
                  <c:v>-0.607719102724046</c:v>
                </c:pt>
                <c:pt idx="564">
                  <c:v>-0.599747328794104</c:v>
                </c:pt>
                <c:pt idx="565">
                  <c:v>-0.591715580631071</c:v>
                </c:pt>
                <c:pt idx="566">
                  <c:v>-0.583624661403069</c:v>
                </c:pt>
                <c:pt idx="567">
                  <c:v>-0.57547538019528</c:v>
                </c:pt>
                <c:pt idx="568">
                  <c:v>-0.567268551929032</c:v>
                </c:pt>
                <c:pt idx="569">
                  <c:v>-0.559004997280313</c:v>
                </c:pt>
                <c:pt idx="570">
                  <c:v>-0.550685542597702</c:v>
                </c:pt>
                <c:pt idx="571">
                  <c:v>-0.542311019819735</c:v>
                </c:pt>
                <c:pt idx="572">
                  <c:v>-0.53388226639171</c:v>
                </c:pt>
                <c:pt idx="573">
                  <c:v>-0.525400125181946</c:v>
                </c:pt>
                <c:pt idx="574">
                  <c:v>-0.516865444397496</c:v>
                </c:pt>
                <c:pt idx="575">
                  <c:v>-0.508279077499326</c:v>
                </c:pt>
                <c:pt idx="576">
                  <c:v>-0.49964188311697</c:v>
                </c:pt>
                <c:pt idx="577">
                  <c:v>-0.49095472496267</c:v>
                </c:pt>
                <c:pt idx="578">
                  <c:v>-0.482218471745001</c:v>
                </c:pt>
                <c:pt idx="579">
                  <c:v>-0.473433997082005</c:v>
                </c:pt>
                <c:pt idx="580">
                  <c:v>-0.464602179413827</c:v>
                </c:pt>
                <c:pt idx="581">
                  <c:v>-0.455723901914876</c:v>
                </c:pt>
                <c:pt idx="582">
                  <c:v>-0.446800052405501</c:v>
                </c:pt>
                <c:pt idx="583">
                  <c:v>-0.437831523263219</c:v>
                </c:pt>
                <c:pt idx="584">
                  <c:v>-0.428819211333468</c:v>
                </c:pt>
                <c:pt idx="585">
                  <c:v>-0.419764017839932</c:v>
                </c:pt>
                <c:pt idx="586">
                  <c:v>-0.410666848294414</c:v>
                </c:pt>
                <c:pt idx="587">
                  <c:v>-0.401528612406289</c:v>
                </c:pt>
                <c:pt idx="588">
                  <c:v>-0.392350223991528</c:v>
                </c:pt>
                <c:pt idx="589">
                  <c:v>-0.383132600881326</c:v>
                </c:pt>
                <c:pt idx="590">
                  <c:v>-0.373876664830312</c:v>
                </c:pt>
                <c:pt idx="591">
                  <c:v>-0.364583341424377</c:v>
                </c:pt>
                <c:pt idx="592">
                  <c:v>-0.355253559988119</c:v>
                </c:pt>
                <c:pt idx="593">
                  <c:v>-0.345888253491905</c:v>
                </c:pt>
                <c:pt idx="594">
                  <c:v>-0.336488358458582</c:v>
                </c:pt>
                <c:pt idx="595">
                  <c:v>-0.327054814869819</c:v>
                </c:pt>
                <c:pt idx="596">
                  <c:v>-0.317588566072113</c:v>
                </c:pt>
                <c:pt idx="597">
                  <c:v>-0.308090558682457</c:v>
                </c:pt>
                <c:pt idx="598">
                  <c:v>-0.298561742493673</c:v>
                </c:pt>
                <c:pt idx="599">
                  <c:v>-0.289003070379441</c:v>
                </c:pt>
                <c:pt idx="600">
                  <c:v>-0.279415498199006</c:v>
                </c:pt>
                <c:pt idx="601">
                  <c:v>-0.269799984701597</c:v>
                </c:pt>
                <c:pt idx="602">
                  <c:v>-0.260157491430549</c:v>
                </c:pt>
                <c:pt idx="603">
                  <c:v>-0.250488982627157</c:v>
                </c:pt>
                <c:pt idx="604">
                  <c:v>-0.240795425134241</c:v>
                </c:pt>
                <c:pt idx="605">
                  <c:v>-0.231077788299474</c:v>
                </c:pt>
                <c:pt idx="606">
                  <c:v>-0.221337043878442</c:v>
                </c:pt>
                <c:pt idx="607">
                  <c:v>-0.211574165937468</c:v>
                </c:pt>
                <c:pt idx="608">
                  <c:v>-0.201790130756212</c:v>
                </c:pt>
                <c:pt idx="609">
                  <c:v>-0.191985916730039</c:v>
                </c:pt>
                <c:pt idx="610">
                  <c:v>-0.18216250427218</c:v>
                </c:pt>
                <c:pt idx="611">
                  <c:v>-0.172320875715695</c:v>
                </c:pt>
                <c:pt idx="612">
                  <c:v>-0.162462015215239</c:v>
                </c:pt>
                <c:pt idx="613">
                  <c:v>-0.152586908648646</c:v>
                </c:pt>
                <c:pt idx="614">
                  <c:v>-0.142696543518344</c:v>
                </c:pt>
                <c:pt idx="615">
                  <c:v>-0.132791908852603</c:v>
                </c:pt>
                <c:pt idx="616">
                  <c:v>-0.122873995106636</c:v>
                </c:pt>
                <c:pt idx="617">
                  <c:v>-0.112943794063554</c:v>
                </c:pt>
                <c:pt idx="618">
                  <c:v>-0.103002298735184</c:v>
                </c:pt>
                <c:pt idx="619">
                  <c:v>-0.0930505032627764</c:v>
                </c:pt>
                <c:pt idx="620">
                  <c:v>-0.083089402817584</c:v>
                </c:pt>
                <c:pt idx="621">
                  <c:v>-0.0731199935013508</c:v>
                </c:pt>
                <c:pt idx="622">
                  <c:v>-0.0631432722467005</c:v>
                </c:pt>
                <c:pt idx="623">
                  <c:v>-0.0531602367174448</c:v>
                </c:pt>
                <c:pt idx="624">
                  <c:v>-0.0431718852088174</c:v>
                </c:pt>
                <c:pt idx="625">
                  <c:v>-0.0331792165476456</c:v>
                </c:pt>
                <c:pt idx="626">
                  <c:v>-0.0231832299924682</c:v>
                </c:pt>
                <c:pt idx="627">
                  <c:v>-0.0131849251336109</c:v>
                </c:pt>
                <c:pt idx="628">
                  <c:v>-0.00318530179322769</c:v>
                </c:pt>
                <c:pt idx="629">
                  <c:v>0.00681464007468047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643576"/>
        <c:axId val="-2068640568"/>
      </c:lineChart>
      <c:catAx>
        <c:axId val="-2068643576"/>
        <c:scaling>
          <c:orientation val="minMax"/>
        </c:scaling>
        <c:delete val="1"/>
        <c:axPos val="b"/>
        <c:majorTickMark val="out"/>
        <c:minorTickMark val="none"/>
        <c:tickLblPos val="nextTo"/>
        <c:crossAx val="-2068640568"/>
        <c:crosses val="autoZero"/>
        <c:auto val="1"/>
        <c:lblAlgn val="ctr"/>
        <c:lblOffset val="100"/>
        <c:noMultiLvlLbl val="0"/>
      </c:catAx>
      <c:valAx>
        <c:axId val="-20686405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64357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0.69401</cdr:x>
      <cdr:y>0.7024</cdr:y>
    </cdr:from>
    <cdr:to>
      <cdr:x>0.78187</cdr:x>
      <cdr:y>0.84884</cdr:y>
    </cdr:to>
    <cdr:sp macro="" textlink="">
      <cdr:nvSpPr>
        <cdr:cNvPr id="3" name="Oval 2"/>
        <cdr:cNvSpPr/>
      </cdr:nvSpPr>
      <cdr:spPr>
        <a:xfrm xmlns:a="http://schemas.openxmlformats.org/drawingml/2006/main">
          <a:off x="3172996" y="1926825"/>
          <a:ext cx="401720" cy="401720"/>
        </a:xfrm>
        <a:prstGeom xmlns:a="http://schemas.openxmlformats.org/drawingml/2006/main" prst="ellipse">
          <a:avLst/>
        </a:prstGeom>
        <a:solidFill xmlns:a="http://schemas.openxmlformats.org/drawingml/2006/main">
          <a:srgbClr val="FFFF00"/>
        </a:solidFill>
        <a:ln xmlns:a="http://schemas.openxmlformats.org/drawingml/2006/main">
          <a:solidFill>
            <a:schemeClr val="tx1"/>
          </a:solidFill>
        </a:ln>
        <a:scene3d xmlns:a="http://schemas.openxmlformats.org/drawingml/2006/main">
          <a:camera prst="orthographicFront"/>
          <a:lightRig rig="threePt" dir="t"/>
        </a:scene3d>
        <a:sp3d xmlns:a="http://schemas.openxmlformats.org/drawingml/2006/main">
          <a:bevelT w="190500" h="190500"/>
          <a:bevelB w="190500" h="190500"/>
        </a:sp3d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2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3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2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6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1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8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2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5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B2F20-3E2F-214F-BAD5-52D910C4E577}" type="datetimeFigureOut">
              <a:rPr lang="en-US" smtClean="0"/>
              <a:t>09/07/14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A246-5A0C-C94B-A03D-7DAA1E59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4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2156412" y="1956652"/>
            <a:ext cx="5046210" cy="2843948"/>
            <a:chOff x="2156412" y="1956652"/>
            <a:chExt cx="5046210" cy="2843948"/>
          </a:xfrm>
        </p:grpSpPr>
        <p:graphicFrame>
          <p:nvGraphicFramePr>
            <p:cNvPr id="4" name="Char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6205299"/>
                </p:ext>
              </p:extLst>
            </p:nvPr>
          </p:nvGraphicFramePr>
          <p:xfrm>
            <a:off x="2286000" y="205740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6" name="Straight Arrow Connector 5"/>
            <p:cNvCxnSpPr/>
            <p:nvPr/>
          </p:nvCxnSpPr>
          <p:spPr>
            <a:xfrm>
              <a:off x="2286000" y="3433859"/>
              <a:ext cx="488544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2454463" y="2057400"/>
              <a:ext cx="0" cy="268229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4383423" y="3232999"/>
              <a:ext cx="401720" cy="40172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90500" h="190500"/>
              <a:bevelB w="190500" h="1905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 rot="10800000">
              <a:off x="5458997" y="3884293"/>
              <a:ext cx="401720" cy="401720"/>
            </a:xfrm>
            <a:prstGeom prst="ellipse">
              <a:avLst/>
            </a:prstGeom>
            <a:solidFill>
              <a:srgbClr val="008000">
                <a:alpha val="56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56412" y="1956652"/>
              <a:ext cx="259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E</a:t>
              </a:r>
              <a:endParaRPr lang="en-US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943447" y="3450053"/>
              <a:ext cx="259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02754" y="2053807"/>
              <a:ext cx="1204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Metal core</a:t>
              </a:r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3310954" y="2403713"/>
              <a:ext cx="401720" cy="40172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90500" h="190500"/>
              <a:bevelB w="190500" h="1905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90656" y="2863667"/>
              <a:ext cx="896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r>
                <a:rPr lang="en-US" baseline="30000" dirty="0" smtClean="0"/>
                <a:t>- </a:t>
              </a:r>
              <a:r>
                <a:rPr lang="en-US" dirty="0" smtClean="0"/>
                <a:t>cloud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310954" y="2497815"/>
              <a:ext cx="401720" cy="401720"/>
            </a:xfrm>
            <a:prstGeom prst="ellipse">
              <a:avLst/>
            </a:prstGeom>
            <a:solidFill>
              <a:srgbClr val="008000">
                <a:alpha val="56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1833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Nuno  de Sousa</dc:creator>
  <cp:lastModifiedBy>Nuno  de Sousa</cp:lastModifiedBy>
  <cp:revision>4</cp:revision>
  <dcterms:created xsi:type="dcterms:W3CDTF">2014-07-09T09:56:09Z</dcterms:created>
  <dcterms:modified xsi:type="dcterms:W3CDTF">2014-07-09T10:54:50Z</dcterms:modified>
</cp:coreProperties>
</file>